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arel-intelligence-architecture-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1734495" cy="640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